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GenAI: Analise Automatizada com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Usar LLMs para acelerar analise quantitativa — com limites claros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 que LLMs realmente fazem: predicao de tokens, nao 'inteligencia'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API da Anthropic: autenticacao, chamadas, modelos disponiveis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Prompt engineering: 4 principios para resultados confiaveis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 que LLMs fazem bem (e mal) em analise quantitativa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Workflow: metricas → prompt → rascunho → revisao humana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~30 min de teoria + ~90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Como LLMs funcionam internamente (intuicao)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API Anthropic: client, messages, system prompt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4 principios de prompt engineering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Limites dos LLMs em financas quantitativas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Configurar API key e instanciar client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Funcao chamar_claude() generica e reutilizavel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Gerar analise de cada secao do relatorio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Critica automatizada (juri virtual)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Refinamento multi-turn: critica -&gt; reescrita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Como LLMs Funcionam — Intuicao 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Entender o mecanismo evita tanto subestimar quanto superestimar a ferramenta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Large Language Models sao redes neurais treinadas para prever o proximo token em uma sequencia de texto. Essa tarefa aparentemente simples, em escala massiva, emerge em capacidades surpreendentes — mas com limitacoes estruturais importantes.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19656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LLMs fazem bem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Sintetizar e estruturar texto com qualidade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Traduzir metricas numericas em linguagem natural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Seguir formatos especificos (JSON, Markdown, tabelas)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Gerar rascunhos rapidos de secoes de relatorio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Identificar pontos fracos em argumentacoes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Simular perguntas de juri e avaliar respostas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19656"/>
            <a:ext cx="363931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 que LLMs NAO fazem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Calcular Sharpe ratios ou qualquer metrica numerica (alucinam!)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Acessar dados de mercado em tempo real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Garantir que fatos citados sao corretos (hallucination)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Substituir analise estatistica rigorosa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Prever precos ou retornos futuros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Validar se o backtest esta correto logicamente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19656"/>
            <a:ext cx="3639312" cy="440740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19656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8836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Regra de Ouro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295144"/>
            <a:ext cx="34564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Sempre passe as metricas calculadas no Python como input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Nunca peca para o LLM calcular — so para interpretar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Valide toda afirmacao factual gerada pelo modelo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Use o LLM para rascunho e aceleracao, nao como oraculo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O relatorio final deve refletir SUA analise, nao so do LLM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Citacoes: verifique manualmente — LLMs inventam referencias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Vaswani, A. et al. (2017). Attention Is All You Need. NeurIPS; Anthropic (2024). Claude Model Card. anthropic.com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Prompt Engineering — 4 Principios Fundamentais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A qualidade do output depende diretamente da qualidade do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Prompt engineering e a pratica de estruturar instrucoes para LLMs de forma a obter outputs uteis, precisos e no formato desejado. Nao e magia — e comunicacao clara com um sistema que nao tem contexto alem do que voce fornece.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566928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Contexto Rico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Quanto mais contexto relevante, melhor o output.
Incluir: objetivo da analise, publico-alvo, metricas calculadas, restricoes.
Exemplo: 'Voce e um analista quant senior. A estrategia e momentum 12-1 no IBOVESPA com Sharpe de 0,85 e MDD de -18%. O leitor e o juri do Desafio Itau.'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47088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47088"/>
            <a:ext cx="5669280" cy="36576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019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Formato Especificado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Especificar o formato de saida desejado reduz pos-processamento.
Exemplos: 'Responda em JSON com campos {secao, conteudo, pontos_fracos}'
ou 'Use markdown com cabecalhos H2, bullets e no maximo 300 palavras'.
LLMs sao bons em seguir formatos quando explicitamente pedido.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51376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151376"/>
            <a:ext cx="566928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Dados no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08576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Nunca peca para o LLM calcular — passe os numeros calculados.
Errado: 'Analise a performance da estrategia'
Certo: 'Sharpe=0.85, Sortino=1.12, MDD=-18%, CAGR=14.2%, Calmar=0.79. Benchmark IBOV: Sharpe=0.41, MDD=-35%. Interprete esses resultados.'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151376"/>
            <a:ext cx="5669280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151376"/>
            <a:ext cx="5669280" cy="365760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Chain of Thought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08576"/>
            <a:ext cx="53949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3E"/>
                </a:solidFill>
              </a:rPr>
              <a:t>Para analises complexas, pedir raciocinio passo a passo melhora a qualidade.
'Antes de concluir, liste os pontos fortes e fracos da estrategia, depois avalie a consistencia dos resultados, e finalmente escreva a conclusao.'
Refinamento multi-turn: gerar → criticar → reescrever.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Brown, T. et al. (2020). Language Models are Few-Shot Learners. NeurIPS; Wei, J. et al. (2022). Chain-of-Thought Prompting Elicits Reasoning in LLMs. NeurIPS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chamar_claude(prompt, system, modelo, max_tokens) — wrapper da API generalizavel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metricas_para_texto(metricas_dict) — serializar numeros para o prompt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gerar_secao(secao, metricas, system_prompt) — gerar cada parte do relatorio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criticar_secao(texto, system_juri) — simular juri avaliando a secao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conversa_refinamento(secao, critica) — multi-turn: gerar → criticar → reescrever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montar_relatorio_completo() — juntar todas as secoes em Markdown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dados/retorno_carteira_sinal_v2.parquet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dados/retorno_walkforward_liquido.parquet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relatorio_draft.md (arquivo texto com rascunho completo)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