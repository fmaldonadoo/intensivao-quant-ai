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Sinal v1: Momentum Cross-Sectional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Transformando a hipotese academica em codigo — o fator 12-1 no IBOVESPA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 que e um fator quantitativo e como o sinal se transforma em posicao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 sinal 12-1: matematica, intuicao e por que o skip de 1 mes importa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Cross-sectional ranking: como ordenar 77 acoes em cada mes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Information Coefficient (IC): como medir se o sinal tem poder preditivo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Diagnostico do sinal antes de qualquer backtest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~30 min de teoria + ~90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O que e um fator quantitativo (sinal → posicao)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Matematica do sinal 12-1 (com e sem skip)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Cross-sectional vs time-series momentum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IC: a metrica de qualidade do sinal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Calcular sinal 12-1 para todas as acoes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Implementar cross-sectional ranking mensal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Computar IC (correlacao sinal x retorno futuro)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Visualizar distribuicao do sinal no tempo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Identificar as acoes mais frequentes no top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e um Fator Quantitativo?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Da hipotese economica ao sinal computavel — o pipeline de um fator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Um fator quantitativo e uma caracteristica mensuravel de um ativo que, segundo hipotese economica fundada em evidencia empirica, prediz seu retorno futuro. O fator transforma informacao observavel em sinal de compra/venda.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278892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2788920" cy="5486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92807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Hipotese
Economica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46888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Momentum existe pois investidores underreact a noticias (Hong &amp; Stein, 1999). Acoes com bom retorno recente tem retorno futuro superior em media.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4903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3E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847088"/>
            <a:ext cx="278892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847088"/>
            <a:ext cx="2788920" cy="54864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1892807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Sinal
Computavel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46888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ret_mensais.shift(2).rolling(11).sum()
Retorno acumulado 11 meses
com skip de 1 mes. Calculado para cada acao em cada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74903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3E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847088"/>
            <a:ext cx="278892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847088"/>
            <a:ext cx="278892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892807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Ranking
Cross-Sectional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6888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Em cada mes, ordenar as ~77 acoes pelo sinal. Top 10: comprar. Restante: ignorar (long-only). Sem posicao vendida nesta versao.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749039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3E"/>
                </a:solidFill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847088"/>
            <a:ext cx="278892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847088"/>
            <a:ext cx="278892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892807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Posicao
no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468880"/>
            <a:ext cx="2578608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Cada acao do top 10 recebe peso 1/10 (equal-weight nesta versao). Portfolio rebalanceado mensalmente no fechamento.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Hong, H. &amp; Stein, J. (1999). J. of Finance, 54(6), 2143–2184; Jegadeesh &amp; Titman (1993). J. of Finance, 48(1), 65–91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Sinal 12-1 — Matematica e Intuicao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Por que 12 meses de formacao? Por que pular o ultimo 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577840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O Sinal em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# Retorno acumulado de t-12 ate t-2 (skip 1 mes)
sinal_v1 = ret_mensais.shift(2).rolling(11).sum()
# Sem o skip (ERRADO — inclui reversao de curto prazo):
sinal_errado = ret_mensais.shift(1).rolling(12).sum()
# O .shift(2) garante que na data t usamos
# informacao disponivel ate t-2 (evita look-ahead)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5303520" cy="27432"/>
          </a:xfrm>
          <a:prstGeom prst="rect">
            <a:avLst/>
          </a:prstGeom>
          <a:solidFill>
            <a:srgbClr val="778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shift(2): exclui mes t-1 (skip) E mes t (look-ahead)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rolling(11): janela de 11 meses = sinal 12-1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Resultado: sinal formado entre t-12 e t-2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5577840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Por que Skip de 1 Mes?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19072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Reversao de curto prazo: o ultimo mes frequentemente reverte (Jegadeesh, 1990)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Causa: market microstructure — bid-ask bounce, liquidez momentanea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Se incluir mes t-1: contamina o sinal com ruido de microestrutura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Evidencia: sinal 12-1 tem IC maior que sinal 12-0 na maioria dos mercados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Padrao da literatura: quase todos os estudos de momentum usam skip-1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No Brasil: reversao de 1 mes e especialmente forte em acoes pequenas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Jegadeesh, N. (1990). Evidence of Predictable Behavior of Security Returns. J. of Finance, 45(3), 881–898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Information Coefficient (IC) — Qualidade do Sinal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Antes de backtester, medir se o sinal tem poder preditivo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Information Coefficient e a correlacao de Spearman entre o ranking do sinal em t e o ranking do retorno realizado em t+1. Mede o poder preditivo do sinal independentemente da estrategia de portfolio — um bom sinal tem IC positivo e estavel.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Calculo do 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IC_t = spearmanr(sinal_t, retorno_{t+1})[0]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Spearman: correlacao de rankings (robusta a outliers)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positivo: sinal prediz retorno na direcao certa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medio tipico para momentum: 0,03 a 0,08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de 0,05 ja e considerado util na pratica quant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47088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Interpretacao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&gt; 0: sinal tem valor preditivo (direcao certa)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medio &gt; 0,03: sinal pode ser exploravel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t-stat = IC_medio / (IC_std / sqrt(N))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t-stat &gt; 2: IC estatisticamente significativo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Hit rate = % de meses em que IC &gt;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47088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Limitacoes do 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positivo nao garante alpha apos custos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pode variar muito no tempo (regime dependente)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Autocorrelacao do sinal afeta o t-stat naive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Complementar com backtest completo sempre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Decay do IC: medir IC em t+1, t+2, t+3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Grinold, R. &amp; Kahn, R. (1999). Active Portfolio Management, 2a ed. McGraw-Hill — Cap. 6 (IC e IR)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calcular_sinal_v1(ret_mensais) — ret_mensais.shift(2).rolling(11).sum()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ranking_crosssectional(sinal) — .rank(axis=1, pct=True) em cada mes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calcular_ic(sinal, ret_mensais) — spearmanr(sinal_t, ret_{t+1}) para cada t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plot_ic_serie(ic_serie) — IC ao longo do tempo com media e IC_t-stat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top10_frequencia(sinal, n=10) — quais acoes aparecem mais no top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dados/sinal_v1.parquet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