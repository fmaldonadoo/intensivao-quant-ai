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Backtest Rigoroso: 6 Armadilhas Fatais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A diferenca entre um backtest que engana e um que convence o juri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Look-ahead bias: o erro que fabrica performance inexistente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Overfitting: ajustar parametros ate o passado ficar perfeito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Multiple testing: p-hacking e o Deflated Sharpe Ratio (Bailey &amp; LdP, 2014)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Custos de transacao: o assassino silencioso do alpha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Walk-forward validation: a unica forma honesta de estimar performance OOS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Como apresentar um backtest rigoros ao juri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20 min de teoria + 40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Look-ahead bias: definicao e como contamina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Overfitting: fitting noise vs signal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Multiple testing e DSR: correcao estatistica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Walk-forward: treino/teste temporal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Demonstrar look-ahead bias (antes e depois)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Sweep de parametros: 35 janelas, Sharpe por janela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Simulacao de 1000 estrategias aleatorias (DSR)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Modelar 4 cenarios de custo de transacao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Walk-forward 48m treino / 12m teste rolling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Look-Ahead Bias — O Erro que Fabrica Alpha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Usar informacao futura para tomar decisoes passadas: o mais perigoso dos erros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Look-ahead bias ocorre quando o sinal ou a decisao de portfolio usa informacao que nao estaria disponivel no momento da decisao. O resultado e um backtest artificialmente otimista que nao se replica na pratica.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557784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Como Acontece na Pratica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ERRADO: sinal_t usa retorno DE t (inclui informacao de t)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ERRADO: sinal = ret.rolling(12).sum()  # sem shift — contamina!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CERTO: sinal_t usa retornos ate t-2 (shift garante isso)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CERTO: sinal = ret.shift(2).rolling(11).sum()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Outro exemplo: usar preco de fechamento de t para executar em t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Correto: executar no fechamento de t+1 (next close)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47088"/>
            <a:ext cx="557784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Impacto Quantificado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40864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Backtest com look-ahead: Sharpe tipicamente 50-200% maior que o correto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A diferenca e maior em mercados mais ineficientes (small caps, emergentes)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Detectar: comparar performance IS com e sem o shift()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Regra de ouro: trace cada dado do sinal ate sua fonte historica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Em code review: procure .rolling() sem .shift() adequado antes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Walk-forward nao corrige look-ahead — so o design correto do sinal corrige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Prado, M. Lopez de (2018). Advances in Financial Machine Learning, Cap. 11. Wiley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Overfitting e Deflated Sharpe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Ajustar parametros ao passado fabrica performance — o DSR corrige o p-value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Com N parametros para escolher, e possivel encontrar uma combinacao que parece excelente historicamente por puro acaso (data snooping). O Deflated Sharpe Ratio de Bailey &amp; Lopez de Prado (2014) calcula o Sharpe minimo necessario dado o numero de testes realizados.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19656"/>
            <a:ext cx="5577840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928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Deflated Sharpe Ratio (DSR)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2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# Sharpe minimo necessario dado N testes (Bailey &amp; LdP 2014)
from scipy.stats import norm
import numpy as np
EULER = 0.5772156649
def sharpe_minimo(n_testes, sharpe_std=1.0):
    sr = sharpe_std * (
        (1 - EULER) * norm.ppf(1 - 1/n_testes)
        + EULER * norm.ppf(1 - 1/(n_testes * np.e))
    )
    return sr
# Exemplo: 35 testes -&gt; SR minimo ~ 2.5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Quanto mais testes, maior o SR minimo necessario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Fundamento: correcao de Bonferroni probabilistica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19656"/>
            <a:ext cx="5577840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928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Como Detectar e Evitar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13432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Registrar TODOS os parametros testados (nao esconder os que falharam)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Escolha de parametros deve ter fundamento economico ANTES do teste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Exemplo: janela de 12 meses vem de Jegadeesh &amp; Titman (1993) — nao de sweep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Sweep de sensibilidade: mostrar que performance e robusta ao redor do parametro escolhido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Simulacao de estrategias aleatorias: quantas batem nosso Sharpe por puro acaso?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Walk-forward OOS: a validacao mais importante de todas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Bailey, D.H. &amp; Lopez de Prado, M. (2014). The Deflated Sharpe Ratio. Financial Analysts Journal, 70(5), 94–107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Walk-Forward Validation e Custos de Transacao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A validacao mais credivel e o drag de custos que o backtest simples ignora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577840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Walk-Forward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Divisao temporal: nao embaralhar dados (a diferenca do k-fold classico)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Janela de treino: 48 meses (4 anos) — suficiente para estimar o sinal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Janela de teste: 12 meses (1 ano) — OOS real, nunca visto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Rolling: deslizar janela um mes de cada vez, concatenar resultados OOS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Concatenar OOS: retornos de teste formam serie continua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Comparar IS vs OOS: degradacao esperada ~30-50%; se maior, overfitting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Regra: apresentar SO os resultados OOS ao juri — IS e auxiliar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577840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Custos de Transacao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19072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Componentes: corretagem + taxa B3 + spread bid-ask + imposto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Estimativa conservadora: 0,3% a 0,5% por turno (ida ou volta)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Custo mensal = turnover_mensal x custo_por_turno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Ret liquido = ret bruto - custo_mensal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Testar 4 cenarios: 0%, 0,3%, 0,5%, 1,0% por turno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Break-even: qual custo maximo que zera o alpha?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Estrategia robusta: positiva ate em cenario de custo pessimista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Bailey &amp; Lopez de Prado (2014); Keim &amp; Madhavan (1997). J. of Financial Economics, 46(3), 265–292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demonstrar_lookahead(ret_mensais) — comparar sinal correto vs contaminado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sweep_parametros(ret_mensais, janelas=range(2,37)) — Sharpe x janela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simulacao_aleatorias(ret_mensais, n=1000) — distribuicao empirica de Sharpes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sharpe_minimo_necessario(n_testes) — formula DSR de Bailey &amp; LdP (2014)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modelar_custos(ret_bruto, turnover, cenarios=[0, 0.003, 0.005, 0.01])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walk_forward_momentum(ret_mensais, treino=48, teste=12) — retornos OOS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dados/retornos_diarios_limpo.parquet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dados/retornos_mensais_limpo.parquet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dados/sinal_v2.parquet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dados/retorno_walkforward_liquido.parquet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