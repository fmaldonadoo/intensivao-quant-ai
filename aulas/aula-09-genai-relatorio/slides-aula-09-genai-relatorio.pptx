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GenAI, Relatorio e Defesa 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O fechamento do projeto: IA no pipeline quant, relatorio e defesa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Como LLMs se encaixam no pipeline quant de forma pratica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Prompt engineering para analise tecnica com o Claude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A estrutura do relatorio profissional e os 7 criterios do Itau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Como defender escolhas metodologicas com base em fundamentos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Checklist de entrega e preparacao para a defesa oral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20 min de teoria + 40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LLMs: o que fazem bem e o que NAO fazem em financas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Boas praticas de prompt (persona, dados, Chain of Thought)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Os 7 criterios de avaliacao da banca do Itau Asset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Estrategias de defesa oral: responder a perguntas dificeis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Setup: wrapper reutilizavel da API da Anthropic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Gerar draft de secoes do relatorio a partir de metricas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Tear sheet final: painel consolidado de 5 graficos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Simular banca virtual de defesa com Claude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Checklist final e validacao do notebook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Como LLMs Funcionam — Intuicao e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Entender o mecanismo evita tanto subestimar quanto superestimar a ferramenta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Large Language Models sao redes neurais treinadas para prever o proximo token em uma sequencia de texto. Essa tarefa aparentemente simples, em escala massiva, emerge em capacidades surpreendentes — mas com limitacoes estruturais importantes.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19656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LLMs fazem bem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Sintetizar e estruturar texto com qualidade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Traduzir metricas numericas in linguagem natural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Seguir formatos especificos (JSON, Markdown, tabelas)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Gerar rascunhos rapidos de secoes de relatorio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Identificar pontos fracos em argumentacoes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Simular perguntas de juri e avaliar respostas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19656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LLMs NAO fazem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Calcular Sharpe ratios ou qualquer metrica numerica (alucinam!)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Acessar dados de mercado em tempo real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Garantir que fatos citados sao corretos (hallucination)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Substituir analise estatistica rigorosa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Prever precos ou retornos futuros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Validar se o backtest esta correto logicamente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19656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Regra de Ouro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Sempre passe as metricas calculadas no Python como input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Nunca peca para o LLM calcular — so para interpretar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Valide toda afirmacao factual gerada pelo modelo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Use o LLM para rascunho e aceleracao, nao como oraculo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O relatorio final deve refletir SUA analise, nao so do LLM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Citacoes: verifique manualmente — LLMs inventam referencias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Vaswani, A. et al. (2017). Attention Is All You Need. NeurIPS; Anthropic (2024). Claude Model 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Prompt Engineering — 4 Principios Fundamentais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 qualidade do output depende diretamente da qualidade do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Prompt engineering e a pratica de estruturar instrucoes para LLMs de forma a obter outputs uteis, precisos e no formato desejado. Nao e magia — e comunicacao clara com um sistema que nao tem contexto alem do que voce fornece.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566928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Contexto Rico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Quanto mais contexto relevante, melhor o output.
Incluir: objetivo da analise, publico-alvo, metricas calculadas, restricoes.
Exemplo: 'Voce e um analista quant senior. A estrategia e momentum 12-1 no IBOVESPA com Sharpe de 0,85 e MDD de -18%. O leitor e o juri do Desafio Itau.'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47088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47088"/>
            <a:ext cx="5669280" cy="36576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Formato Especificado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Especificar o formato de saida desejado reduz pos-processamento.
Exemplos: 'Responda em JSON com campos {secao, conteudo, pontos_fracos}'
ou 'Use markdown com cabecalhos H2, bullets e no maximo 300 palavras'.
LLMs sao bons em seguir formatos quando explicitamente pedido.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51376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51376"/>
            <a:ext cx="566928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Dados no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08576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Nunca peca para o LLM calcular — passe os numeros calculados.
Errado: 'Analise a performance da estrategia'
Certo: 'Sharpe=0.85, Sortino=1.12, MDD=-18%, CAGR=14.2%, Calmar=0.79. Benchmark IBOV: Sharpe=0.41, MDD=-35%. Interprete esses resultados.'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151376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151376"/>
            <a:ext cx="5669280" cy="365760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Chain of Thought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Para analises complexas, pedir raciocinio passo a passo melhora a qualidade.
'Antes de concluir, liste os pontos fortes e fracos da estrategia, depois avalie a consistencia dos resultados, e finalmente escreva a conclusao.'
Refinamento multi-turn: gerar → criticar → reescrever.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Brown, T. et al. (2020). Language Models are Few-Shot Learners. NeurIPS; Wei, J. et al. (2022). Chain-of-Thought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Os 7 Criterios de Avaliacao da Banca do Itau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Entenda a rubrica de avaliacao de 100 pontos para direcionar o relatorio e apresentacao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A banca avaliara os trabalhos com base em uma rubrica objetiva. O rigor metodologico, a replicabilidade e a capacidade de defesa das escolhas pesam substancialmente mais do que o retorno absoluto alcancado pela estrategia.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19656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Conceito e Modelagem (40%)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1. Conceito da Estratégia (20%): Tese economica clara e fundamentada (Jegadeesh &amp; Titman)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2. Modelagem (20%): Tratamento de dados, outliers, calculo do sinal e Markowitz restrito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Demonstrar por que cada escolha faz sentido e foi definida a priori para evitar overfitting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19656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Validação e Resultados (30%)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4. Rigor no Backtest (15%): Sem look-ahead bias, shift correto de pesos e custos realistas (0.3%)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5. Analise de Resultados (15%): Sharpe, drawdown maximo, CAGR, Calmar, turnover e consistencia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Validacao Walk-Forward e degradacao OOS analisada de forma transparente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19656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Uso de IA e Apresentação (30%)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3. Uso de GenAI (15%): Claude no pipeline qualitativo, redação e critica construtiva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6. Conclusao e Proximos Passos (10%): Limitações bem mapeadas e caminhos maduros de evolucao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7. Apresentacao (5%): Identidade visual premium, clareza do pitch e postura profissional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Lo, A.W. (2016). JPM, 42(2), 21-36; Grinold, R. &amp; Kahn, R. (1999). Active Portfolio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Defesa Oral — Como Responder Perguntas do Juri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Cada pergunta do juri tem uma estrutura de resposta ideal: fundamento → alternativa → sensibilidade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juri vai desafiar cada escolha metodologica. A resposta ideal tem tres partes: (1) o fundamento academico ou economico da escolha, (2) as alternativas que foram consideradas e por que foram descartadas, (3) a analise de sensibilidade mostrando que o resultado e robusto.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1143000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Por que janela 12-1?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20239"/>
            <a:ext cx="7772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Jegadeesh &amp; Titman (1993) e o padrao da literatura — nao escolhemos para maximizar Sharpe.
Alternativas: testamos 3-1 a 36-1; performance e estavel para J entre 9 e 15 meses.
Sensibilidade: grafico de Sharpe x janela mostra platô robusto ao redor de 12.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Por que equal-weight?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7772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DeMiguel et al. (2009) mostram que 1/N supera MV em 14 datasets fora da amostra.
Alternativas: testamos MV puro (instavel) e MV restrito com caps de 20% (nosso otimizado robusto).
Sensibilidade: restricoes no MV evitam pesos extremos e reduzem turnover, justificando a escolha.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79"/>
            <a:ext cx="1143000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7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Como evitam look-ahead?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14799"/>
            <a:ext cx="7772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sinal usa ret.shift(2).rolling(11) — dados disponiveis ate t-2 no maximo.
Alternativas: testamos sem shift — contamina e Sharpe sobe 40%; descartamos por ser irrealista.
Sensibilidade: shift(1) nos pesos garante aplicacao somente no mês seguinte.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66359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12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 estrategia resiste a custos?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212079"/>
            <a:ext cx="7772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modelamos 4 cenarios: 0%, 0,3%, 0,5%, 1,0% por turno (corretagem + B3 + slippage).
Alternativas: break-even de custo e ~0.8% — acima disso o alpha teorico desaparece.
Sensibilidade: com custo realista de 0,3% por transacao, Sharpe liquido ainda e robusto e positivo.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Checklist Final de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Tudo que o relatorio e a defesa precisam ter — marque antes de submeter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Hipotese economica clara com referencias academicas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Sinal implementado com shift() correto (sem look-ahead bias)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Backtest com custos reais modelados (minimo 0.3% por transacao)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558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Walk-forward OOS reportado separadamente do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Deflated Sharpe Ratio calculado e reportado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27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Analise de sensibilidade a parametros (janela, N acoes)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13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Tear sheet com retorno acumulado e drawdown como figura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Comparacao com benchmark IBOVESPA em todas as metricas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84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Metricas: Sharpe, Sortino, MDD, Calmar, alpha, beta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700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Periodos de underperformance discutidos honestamente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558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Limitacoes do modelo (survivorship bias, etc.) explicitadas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416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Relatorio com revisao humana (Claude usado como co-piloto)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27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Perguntas dificeis preparadas com estrutura fund→alt→sens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413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Notebook roda do inicio ao fim sem erros antes de entregar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2362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Lembre: o juri avalia rigor metodologico e capacidade de defesa — nao so o resultado numerico.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chamar_claude(prompt, system, modelo) — wrapper de API da Anthropic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metricas_para_texto(metricas) — formatar dados para prompt do Claude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gerar_secao_relatorio(secao, metricas) — drafts in markdown via LLM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painel_tear_sheet(ret_wf, ret_ibov) — plot consolidado de 5 paineis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simular_defesa_banca(perguntas) — simulador interativo de perguntas da banca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dados/retorno_walkforward_liquido.parquet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relatorio_final_draft.md (draft estruturado com suporte de GenAI)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tearsheet_final.png (grafico consolidado de performance)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