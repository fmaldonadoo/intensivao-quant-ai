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3200400"/>
            <a:ext cx="1177747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5A623"/>
                </a:solidFill>
              </a:rPr>
              <a:t>Aula 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Alocacao: Como Pesar as Acoes do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0F4F8"/>
                </a:solidFill>
              </a:rPr>
              <a:t>O sinal diz QUAIS acoes comprar — a alocacao diz QUANTO de cada uma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889A"/>
                </a:solidFill>
              </a:rPr>
              <a:t>Intensivao Quant AI | ImpactUFSCar |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Nesta aula: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39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Por que a escolha do esquema de pesos importa tanto quanto o sinal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Equal-weight (1/N): simplicidade, robustez e o resultado de DeMiguel (2009)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Otimizacao de Markowitz (Teoria Moderna de Portfolio): trade-off risco-retorno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Instabilidade dos pesos teoricos e a necessidade de restricoes (bounds, caps)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F0F4F8"/>
                </a:solidFill>
              </a:rPr>
              <a:t>  Comparar as duas abordagens no mesmo sinal e tirar conclusoes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Estrutura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20 min de teoria + 40 min de live coding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5778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Fundamentos (teoria)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Equal-weight: por que 1/N supera MV fora da amostra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Markowitz: onde a teoria encontra a realidade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Instabilidade dos pesos e erro de estimativa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Como regularizar: restricoes e limites de peso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55778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143000"/>
            <a:ext cx="557784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3E"/>
                </a:solidFill>
              </a:rPr>
              <a:t>Live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627632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Implementar equal-weight (baseline)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Implementar Markowitz otimizado (scipy minimize)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Impor restricoes de soma=1 e bounds (0 a 20%)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Comparar metricas e turnover das duas abordagens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0D1B3E"/>
                </a:solidFill>
              </a:rPr>
              <a:t>  Analisar turnover e concentracao de pesos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Esquemas de Alocacao — Duas Abordagens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Da mais simples a mais sofisticada — a importância das restrições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A alocacao de capital entre os ativos selecionados e uma decisao separada do sinal. Diferentes esquemas de pesagem podem ter grande impacto no Sharpe, drawdown e turnover — e a melhor escolha frequentemente requer restricoes pragmaticas.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73352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10512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10512"/>
            <a:ext cx="3639312" cy="384048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874519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Equal-Weight (1/N)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286000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Peso de cada acao: 1 / n_top (ex: 10%)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Maxima diversificacao entre os selecionados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DeMiguel et al. (2009): supera MV em 14 datasets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Robusto a erros de estimacao de parametros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Baixo turnover por ser simetrico e simples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Nossa baseline: o benchmark de comparacao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10512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810512"/>
            <a:ext cx="3639312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9976" y="1874519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Markowitz Puro (MV)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9976" y="2286000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Maximizar Sharpe Ratio: max E[r]/σ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Requer estimacao de vetor de retornos e matriz Σ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Instabilidade: extremamente sensivel a erros de estimacao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Resultado real: pesos ultra concentrados in poucos ativos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Turnover insustentavel e pesos oscilando agressivamente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Na pratica: inviavel sem regularizacao robusta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1810512"/>
            <a:ext cx="3639312" cy="44074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10512"/>
            <a:ext cx="3639312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7" y="1874519"/>
            <a:ext cx="3456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Markowitz Restrito (Long-Only + Bounds)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286000"/>
            <a:ext cx="345643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Maximizar Sharpe sujeito a restricoes realistas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Soma dos pesos = 1 (100% alocado, sem alavancagem)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Bounds: limites de peso por ativo (ex: entre 0% e 20%)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Evita concentracao excessiva e reduz instabilidade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Turnover significativamente menor que a versao pura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0D1B3E"/>
                </a:solidFill>
              </a:rPr>
              <a:t>  Otimizacao feita via scipy.optimize.minimize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DeMiguel, V., Garlappi, L. &amp; Uppal, R. (2009). Optimal Versus Naive Diversification. RFS, 22(5)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Turnover — O Custo Oculto da Rebalanceamento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O quanto o portfolio muda a cada mes determina o custo real da estrategia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D1B3E"/>
                </a:solidFill>
              </a:rPr>
              <a:t>Turnover e a fracao do portfolio que e comprada ou vendida em cada rebalanceamento. Um turnover de 50% significa que metade do portfolio e renovada. Este numero, multiplicado pelo custo por transacao, determina o drag de custo mensal.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09928"/>
            <a:ext cx="1124712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557784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Calculo do Turnover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40864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D1B3E"/>
                </a:solidFill>
              </a:rPr>
              <a:t># Turnover mensal
turnover_t = (pesos_t - pesos_{t-1}).abs().sum() / 2
# Turnover anualizado
turnover_anual = turnover_mensal.mean() * 12
# Custo mensal estimado (drag)
custo_mensal = turnover_t * custo_por_turno
ret_liquido = ret_bruto - custo_mensal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Equal-weight: turnover tipico 20-40% ao mes (entrada/saida de acoes)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Markowitz puro: pesos mudam drasticamente, turnover de 60-100%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Markowitz restrito: bounds [0, 0.20] seguram turnover e evitam giro excessivo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47088"/>
            <a:ext cx="5577840" cy="43708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</a:rPr>
              <a:t>Impacto nos Retornos Liquidos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40864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Custo por turno tipico no Brasil: 0,3% a 0,5% (corretagem + B3)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Turnover de 30% x custo 0,4% = drag de 0,12% ao mes = 1,4% a.a.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Parece pouco, mas corroi 20-40% do alpha bruto tipico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Break-even: qual custo maximo antes do alpha virar zero?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Estrategias de baixo turnover sao muito mais robustas a custos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0D1B3E"/>
                </a:solidFill>
              </a:rPr>
              <a:t>  Pratica: restricoes estritas ajudam a manter a viabilidade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46520"/>
            <a:ext cx="11731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889A"/>
                </a:solidFill>
              </a:rPr>
              <a:t>Ref.: Keim, D.B. &amp; Madhavan, A. (1997). Transactions Costs and Investment Style. JFE, 46(3)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4048" y="91440"/>
            <a:ext cx="116860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 que Vamos Construir Hoje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40080"/>
            <a:ext cx="11686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</a:rPr>
              <a:t>Criterio de conclusao: notebook roda do inicio ao fim sem erros e gera os parquets abaixo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7406640" cy="5074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74066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Funcoes e logica que vamos implementar: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27632"/>
            <a:ext cx="7132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pesos_equal_weight(sinal, n_top=10) — 1/N para top N acoes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pesos_markowitz_restrito(sinal, ret_mensais, n_top=10, limit=0.20) — scipy optimize + restricoes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calcular_turnover(pesos_df) — |Δpesos| mensal e anualizado</a:t>
            </a:r>
          </a:p>
          <a:p>
            <a:pPr>
              <a:spcBef>
                <a:spcPts val="900"/>
              </a:spcBef>
            </a:pPr>
            <a:r>
              <a:rPr sz="1300">
                <a:solidFill>
                  <a:srgbClr val="0D1B3E"/>
                </a:solidFill>
              </a:rPr>
              <a:t>  comparar_alocacoes(resultados_dict) — tabela e graficos lado a lado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143000"/>
            <a:ext cx="3840480" cy="2377440"/>
          </a:xfrm>
          <a:prstGeom prst="rect">
            <a:avLst/>
          </a:prstGeom>
          <a:solidFill>
            <a:srgbClr val="EAF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188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Entradas: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572768"/>
            <a:ext cx="3566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dados/retornos_diarios_limpo.parquet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dados/retornos_mensais_limpo.parquet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dados/sinal_v1.parquet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749039"/>
            <a:ext cx="3840480" cy="2468880"/>
          </a:xfrm>
          <a:prstGeom prst="rect">
            <a:avLst/>
          </a:prstGeom>
          <a:solidFill>
            <a:srgbClr val="EAF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3794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1B3E"/>
                </a:solidFill>
              </a:rPr>
              <a:t>Saidas (parquets):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4178808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dados/pesos_v1.parquet (atualizado com EW e Markowitz)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0D1B3E"/>
                </a:solidFill>
              </a:rPr>
              <a:t>  dados/retorno_carteira_v1.parquet (atualizado)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