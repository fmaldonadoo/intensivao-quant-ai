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A623"/>
                </a:solidFill>
              </a:rPr>
              <a:t>Aula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Alocacao: Como Pesar as Acoes do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O sinal diz QUAIS acoes comprar — a alocacao diz QUANTO de cada uma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A"/>
                </a:solidFill>
              </a:rPr>
              <a:t>Intensivao Quant AI | ImpactUFSCar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Nesta aula: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Por que a escolha do esquema de pesos importa tanto quanto o sinal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Equal-weight (1/N): simplicidade, robustez e o resultado surpresa de DeMiguel (2009)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Vol-weight: reduzir contribuicao de ativos mais arriscados ao risco total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Otimizacao de Markowitz: teoria da fronteira eficiente vs pratica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Comparar as tres abordagens no mesmo sinal e tirar conclusoes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~30 min de teoria + ~90 min de live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Fundamentos (teoria)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Equal-weight: por que 1/N supera MV fora da amostra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Vol-weight: logica do risk parity simplificado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Markowitz: onde a teoria encontra a realidade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Turnover: custo oculto da rebalanceamento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Implementar equal-weight (baseline)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Implementar vol-weight (1/volatilidade normalizada)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Implementar MV otimizado (scipy minimize)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Comparar metricas das tres abordagens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Analisar turnover e concentracao de cada esquema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Esquemas de Alocacao — Tres Abordagens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Da mais simples a mais sofisticada — nem sempre a mais complexa vence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A alocacao de capital entre os ativos selecionados e uma decisao separada do sinal. Diferentes esquemas de pesagem podem ter grande impacto no Sharpe, drawdown e turnover — e a melhor escolha frequentemente nao e a mais matematicamente sofisticada.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73352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10512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10512"/>
            <a:ext cx="3639312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74519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Equal-Weight (1/N)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86000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Peso de cada acao: 1 / n_acoes_selecionadas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Maxima diversificacao entre os selecionados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DeMiguel et al. (2009): supera MV em 14 datasets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Robusto a erros de estimacao de parametros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Baixo turnover por ser simetrico e simples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Nossa baseline: o benchmark de comparacao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10512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10512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874519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Vol-Weight (Risk Parity simples)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286000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Peso proporcional a 1/volatilidade_historica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Acoes mais volateis recebem peso menor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Logica: equalizar contribuicao ao risco (nao ao capital)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Vol estimada: desvio-padrao dos ultimos 63 dias uteis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Pesos normalizados: somam 1 (long-only, sem alavancagem)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Reduz dependencia de acoes muito volateis (ex: small caps)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10512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10512"/>
            <a:ext cx="3639312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874519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Markowitz (MV Otimizado)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286000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Maximizar Sharpe: max E[r]/σ sujeito a w &gt;= 0, sum(w) = 1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Requer estimacao de vetor de retornos esperados e matriz Σ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Problema: parametros estimados com erro amostral grande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Resultado: pesos concentrados e instáveis entre periodos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Turnover muito alto: custo de transacao elimina o alpha teorico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Na pratica: regularizacao (Black-Litterman, shrinkage) e necessaria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DeMiguel, V., Garlappi, L. &amp; Uppal, R. (2009). Optimal Versus Naive Diversification. Review of Financial Studies, 22(5), 1915–1953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Turnover — O Custo Oculto da Rebalanceamento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O quanto o portfolio muda a cada mes determina o custo real da estrategia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Turnover e a fracao do portfolio que e comprada ou vendida em cada rebalanceamento. Um turnover de 50% significa que metade do portfolio e renovada. Este numero, multiplicado pelo custo por transacao, determina o drag de custo mensal.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5577840" cy="43708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Calculo do Turnover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# Turnover mensal
turnover_t = (pesos_t - pesos_{t-1}).abs().sum() / 2
# Turnover anualizado
turnover_anual = turnover_mensal.mean() * 12
# Custo mensal estimado (drag)
custo_mensal = turnover_t * custo_por_turno
ret_liquido = ret_bruto - custo_mensal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Equal-weight: turnover tipico 20-40% ao mes (entrada/saida de acoes)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Vol-weight: turnover similar ao EW, pesos flutuam com vol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Markowitz: turnover muito alto (60-100%) — inviavel sem restricoes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47088"/>
            <a:ext cx="5577840" cy="43708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Impacto nos Retornos Liquidos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40864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Custo por turno tipico no Brasil: 0,3% a 0,5% (corretagem + B3)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Turnover de 30% x custo 0,4% = drag de 0,12% ao mes = 1,4% a.a.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Parece pouco, mas corroi 20-40% do alpha bruto tipico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Break-even: qual custo maximo antes do alpha virar zero?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Estrategias de baixo turnover sao muito mais robustas a custos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Pratica: testar diferentes frequencias (mensal vs bimestral)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Keim, D.B. &amp; Madhavan, A. (1997). Transactions Costs and Investment Style. J. of Financial Economics, 46(3), 265–292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Vamos Construir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Criterio de conclusao: notebook roda do inicio ao fim sem erros e gera os parquets abaixo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4066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Funcoes e logica que vamos implementar: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pesos_equal_weight(sinal, n_top=10) — 1/N para top N acoes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pesos_vol_weight(sinal, ret_diarios, n_top=10) — 1/vol, normalizado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pesos_markowitz(sinal, ret_mensais, n_top=10) — scipy optimize + restricoes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calcular_turnover(pesos_df) — |Δpesos| mensal e anualizado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comparar_alocacoes(resultados_dict) — tabela e graficos lado a lado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3840480" cy="2377440"/>
          </a:xfrm>
          <a:prstGeom prst="rect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Entradas: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dados/retornos_diarios_limpo.parquet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dados/retornos_mensais_limpo.parquet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dados/sinal_v1.parquet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749039"/>
            <a:ext cx="3840480" cy="2468880"/>
          </a:xfrm>
          <a:prstGeom prst="rect">
            <a:avLst/>
          </a:prstGeom>
          <a:solidFill>
            <a:srgbClr val="EA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Saidas (parquets):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7880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dados/pesos_v1.parquet (atualizado com as 3 versoes)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dados/retorno_carteira_v1.parquet (atualizado)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